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g"/>
  <Default Extension="png" ContentType="image/png"/>
  <Default Extension="gif" ContentType="image/gif"/>
  <Override PartName="/docProps/app.xml" ContentType="application/vnd.openxmlformats-officedocument.extended-properties+xml"/>
  <Override PartName="/ppt/theme/theme1.xml" ContentType="application/vnd.openxmlformats-officedocument.theme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 type="screen4x3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6/13/2013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�#�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Relationship Id="rId20" Type="http://schemas.openxmlformats.org/officeDocument/2006/relationships/image" Target="../media/image34.png"/><Relationship Id="rId21" Type="http://schemas.openxmlformats.org/officeDocument/2006/relationships/image" Target="../media/image35.png"/><Relationship Id="rId22" Type="http://schemas.openxmlformats.org/officeDocument/2006/relationships/image" Target="../media/image36.png"/><Relationship Id="rId23" Type="http://schemas.openxmlformats.org/officeDocument/2006/relationships/image" Target="../media/image37.png"/><Relationship Id="rId24" Type="http://schemas.openxmlformats.org/officeDocument/2006/relationships/image" Target="../media/image38.png"/><Relationship Id="rId25" Type="http://schemas.openxmlformats.org/officeDocument/2006/relationships/image" Target="../media/image39.png"/><Relationship Id="rId26" Type="http://schemas.openxmlformats.org/officeDocument/2006/relationships/image" Target="../media/image40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61.png"/><Relationship Id="rId13" Type="http://schemas.openxmlformats.org/officeDocument/2006/relationships/image" Target="../media/image62.png"/><Relationship Id="rId14" Type="http://schemas.openxmlformats.org/officeDocument/2006/relationships/image" Target="../media/image63.png"/><Relationship Id="rId15" Type="http://schemas.openxmlformats.org/officeDocument/2006/relationships/image" Target="../media/image64.png"/><Relationship Id="rId16" Type="http://schemas.openxmlformats.org/officeDocument/2006/relationships/image" Target="../media/image65.png"/><Relationship Id="rId17" Type="http://schemas.openxmlformats.org/officeDocument/2006/relationships/image" Target="../media/image66.png"/><Relationship Id="rId18" Type="http://schemas.openxmlformats.org/officeDocument/2006/relationships/image" Target="../media/image67.png"/><Relationship Id="rId19" Type="http://schemas.openxmlformats.org/officeDocument/2006/relationships/image" Target="../media/image68.png"/><Relationship Id="rId20" Type="http://schemas.openxmlformats.org/officeDocument/2006/relationships/image" Target="../media/image69.png"/><Relationship Id="rId21" Type="http://schemas.openxmlformats.org/officeDocument/2006/relationships/image" Target="../media/image70.png"/><Relationship Id="rId22" Type="http://schemas.openxmlformats.org/officeDocument/2006/relationships/image" Target="../media/image7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Relationship Id="rId10" Type="http://schemas.openxmlformats.org/officeDocument/2006/relationships/image" Target="../media/image80.png"/><Relationship Id="rId11" Type="http://schemas.openxmlformats.org/officeDocument/2006/relationships/image" Target="../media/image81.png"/><Relationship Id="rId12" Type="http://schemas.openxmlformats.org/officeDocument/2006/relationships/image" Target="../media/image82.png"/><Relationship Id="rId13" Type="http://schemas.openxmlformats.org/officeDocument/2006/relationships/image" Target="../media/image83.png"/><Relationship Id="rId14" Type="http://schemas.openxmlformats.org/officeDocument/2006/relationships/image" Target="../media/image84.png"/><Relationship Id="rId15" Type="http://schemas.openxmlformats.org/officeDocument/2006/relationships/image" Target="../media/image85.png"/><Relationship Id="rId16" Type="http://schemas.openxmlformats.org/officeDocument/2006/relationships/image" Target="../media/image86.png"/><Relationship Id="rId17" Type="http://schemas.openxmlformats.org/officeDocument/2006/relationships/image" Target="../media/image87.png"/><Relationship Id="rId18" Type="http://schemas.openxmlformats.org/officeDocument/2006/relationships/image" Target="../media/image88.png"/><Relationship Id="rId19" Type="http://schemas.openxmlformats.org/officeDocument/2006/relationships/image" Target="../media/image89.png"/><Relationship Id="rId20" Type="http://schemas.openxmlformats.org/officeDocument/2006/relationships/image" Target="../media/image90.png"/><Relationship Id="rId21" Type="http://schemas.openxmlformats.org/officeDocument/2006/relationships/image" Target="../media/image91.png"/><Relationship Id="rId22" Type="http://schemas.openxmlformats.org/officeDocument/2006/relationships/image" Target="../media/image92.png"/><Relationship Id="rId23" Type="http://schemas.openxmlformats.org/officeDocument/2006/relationships/image" Target="../media/image9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Relationship Id="rId9" Type="http://schemas.openxmlformats.org/officeDocument/2006/relationships/image" Target="../media/image101.png"/><Relationship Id="rId10" Type="http://schemas.openxmlformats.org/officeDocument/2006/relationships/image" Target="../media/image102.png"/><Relationship Id="rId11" Type="http://schemas.openxmlformats.org/officeDocument/2006/relationships/image" Target="../media/image103.png"/><Relationship Id="rId12" Type="http://schemas.openxmlformats.org/officeDocument/2006/relationships/image" Target="../media/image104.png"/><Relationship Id="rId13" Type="http://schemas.openxmlformats.org/officeDocument/2006/relationships/image" Target="../media/image105.png"/><Relationship Id="rId14" Type="http://schemas.openxmlformats.org/officeDocument/2006/relationships/image" Target="../media/image106.png"/><Relationship Id="rId15" Type="http://schemas.openxmlformats.org/officeDocument/2006/relationships/image" Target="../media/image107.png"/><Relationship Id="rId16" Type="http://schemas.openxmlformats.org/officeDocument/2006/relationships/image" Target="../media/image108.png"/><Relationship Id="rId17" Type="http://schemas.openxmlformats.org/officeDocument/2006/relationships/image" Target="../media/image109.png"/><Relationship Id="rId18" Type="http://schemas.openxmlformats.org/officeDocument/2006/relationships/image" Target="../media/image110.png"/><Relationship Id="rId19" Type="http://schemas.openxmlformats.org/officeDocument/2006/relationships/image" Target="../media/image111.png"/><Relationship Id="rId20" Type="http://schemas.openxmlformats.org/officeDocument/2006/relationships/image" Target="../media/image112.png"/><Relationship Id="rId21" Type="http://schemas.openxmlformats.org/officeDocument/2006/relationships/image" Target="../media/image113.png"/><Relationship Id="rId22" Type="http://schemas.openxmlformats.org/officeDocument/2006/relationships/image" Target="../media/image114.png"/><Relationship Id="rId23" Type="http://schemas.openxmlformats.org/officeDocument/2006/relationships/image" Target="../media/image115.png"/><Relationship Id="rId24" Type="http://schemas.openxmlformats.org/officeDocument/2006/relationships/image" Target="../media/image116.png"/><Relationship Id="rId25" Type="http://schemas.openxmlformats.org/officeDocument/2006/relationships/image" Target="../media/image117.png"/><Relationship Id="rId26" Type="http://schemas.openxmlformats.org/officeDocument/2006/relationships/image" Target="../media/image118.png"/><Relationship Id="rId27" Type="http://schemas.openxmlformats.org/officeDocument/2006/relationships/image" Target="../media/image119.png"/><Relationship Id="rId28" Type="http://schemas.openxmlformats.org/officeDocument/2006/relationships/image" Target="../media/image120.png"/><Relationship Id="rId29" Type="http://schemas.openxmlformats.org/officeDocument/2006/relationships/image" Target="../media/image121.png"/><Relationship Id="rId30" Type="http://schemas.openxmlformats.org/officeDocument/2006/relationships/image" Target="../media/image12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127.png"/><Relationship Id="rId7" Type="http://schemas.openxmlformats.org/officeDocument/2006/relationships/image" Target="../media/image128.png"/><Relationship Id="rId8" Type="http://schemas.openxmlformats.org/officeDocument/2006/relationships/image" Target="../media/image129.png"/><Relationship Id="rId9" Type="http://schemas.openxmlformats.org/officeDocument/2006/relationships/image" Target="../media/image130.png"/><Relationship Id="rId10" Type="http://schemas.openxmlformats.org/officeDocument/2006/relationships/image" Target="../media/image131.png"/><Relationship Id="rId11" Type="http://schemas.openxmlformats.org/officeDocument/2006/relationships/image" Target="../media/image132.png"/><Relationship Id="rId12" Type="http://schemas.openxmlformats.org/officeDocument/2006/relationships/image" Target="../media/image133.png"/><Relationship Id="rId13" Type="http://schemas.openxmlformats.org/officeDocument/2006/relationships/image" Target="../media/image134.png"/><Relationship Id="rId14" Type="http://schemas.openxmlformats.org/officeDocument/2006/relationships/image" Target="../media/image135.png"/><Relationship Id="rId15" Type="http://schemas.openxmlformats.org/officeDocument/2006/relationships/image" Target="../media/image136.png"/><Relationship Id="rId16" Type="http://schemas.openxmlformats.org/officeDocument/2006/relationships/image" Target="../media/image137.png"/><Relationship Id="rId17" Type="http://schemas.openxmlformats.org/officeDocument/2006/relationships/image" Target="../media/image138.png"/><Relationship Id="rId18" Type="http://schemas.openxmlformats.org/officeDocument/2006/relationships/image" Target="../media/image139.png"/><Relationship Id="rId19" Type="http://schemas.openxmlformats.org/officeDocument/2006/relationships/image" Target="../media/image14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1.png"/><Relationship Id="rId3" Type="http://schemas.openxmlformats.org/officeDocument/2006/relationships/image" Target="../media/image142.png"/><Relationship Id="rId4" Type="http://schemas.openxmlformats.org/officeDocument/2006/relationships/image" Target="../media/image143.png"/><Relationship Id="rId5" Type="http://schemas.openxmlformats.org/officeDocument/2006/relationships/image" Target="../media/image144.png"/><Relationship Id="rId6" Type="http://schemas.openxmlformats.org/officeDocument/2006/relationships/image" Target="../media/image145.png"/><Relationship Id="rId7" Type="http://schemas.openxmlformats.org/officeDocument/2006/relationships/image" Target="../media/image146.png"/><Relationship Id="rId8" Type="http://schemas.openxmlformats.org/officeDocument/2006/relationships/image" Target="../media/image147.png"/><Relationship Id="rId9" Type="http://schemas.openxmlformats.org/officeDocument/2006/relationships/image" Target="../media/image148.png"/><Relationship Id="rId10" Type="http://schemas.openxmlformats.org/officeDocument/2006/relationships/image" Target="../media/image149.png"/><Relationship Id="rId11" Type="http://schemas.openxmlformats.org/officeDocument/2006/relationships/image" Target="../media/image150.png"/><Relationship Id="rId12" Type="http://schemas.openxmlformats.org/officeDocument/2006/relationships/image" Target="../media/image151.png"/><Relationship Id="rId13" Type="http://schemas.openxmlformats.org/officeDocument/2006/relationships/image" Target="../media/image152.png"/><Relationship Id="rId14" Type="http://schemas.openxmlformats.org/officeDocument/2006/relationships/image" Target="../media/image153.png"/><Relationship Id="rId15" Type="http://schemas.openxmlformats.org/officeDocument/2006/relationships/image" Target="../media/image154.png"/><Relationship Id="rId16" Type="http://schemas.openxmlformats.org/officeDocument/2006/relationships/image" Target="../media/image155.png"/><Relationship Id="rId17" Type="http://schemas.openxmlformats.org/officeDocument/2006/relationships/image" Target="../media/image15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7.png"/><Relationship Id="rId3" Type="http://schemas.openxmlformats.org/officeDocument/2006/relationships/image" Target="../media/image158.png"/><Relationship Id="rId4" Type="http://schemas.openxmlformats.org/officeDocument/2006/relationships/image" Target="../media/image159.png"/><Relationship Id="rId5" Type="http://schemas.openxmlformats.org/officeDocument/2006/relationships/image" Target="../media/image160.png"/><Relationship Id="rId6" Type="http://schemas.openxmlformats.org/officeDocument/2006/relationships/image" Target="../media/image161.png"/><Relationship Id="rId7" Type="http://schemas.openxmlformats.org/officeDocument/2006/relationships/image" Target="../media/image162.png"/><Relationship Id="rId8" Type="http://schemas.openxmlformats.org/officeDocument/2006/relationships/image" Target="../media/image163.png"/><Relationship Id="rId9" Type="http://schemas.openxmlformats.org/officeDocument/2006/relationships/image" Target="../media/image164.png"/><Relationship Id="rId10" Type="http://schemas.openxmlformats.org/officeDocument/2006/relationships/image" Target="../media/image165.png"/><Relationship Id="rId11" Type="http://schemas.openxmlformats.org/officeDocument/2006/relationships/image" Target="../media/image16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7.png"/><Relationship Id="rId3" Type="http://schemas.openxmlformats.org/officeDocument/2006/relationships/image" Target="../media/image168.png"/><Relationship Id="rId4" Type="http://schemas.openxmlformats.org/officeDocument/2006/relationships/image" Target="../media/image169.png"/><Relationship Id="rId5" Type="http://schemas.openxmlformats.org/officeDocument/2006/relationships/image" Target="../media/image170.png"/><Relationship Id="rId6" Type="http://schemas.openxmlformats.org/officeDocument/2006/relationships/image" Target="../media/image171.png"/><Relationship Id="rId7" Type="http://schemas.openxmlformats.org/officeDocument/2006/relationships/image" Target="../media/image172.png"/><Relationship Id="rId8" Type="http://schemas.openxmlformats.org/officeDocument/2006/relationships/image" Target="../media/image173.png"/><Relationship Id="rId9" Type="http://schemas.openxmlformats.org/officeDocument/2006/relationships/image" Target="../media/image174.png"/><Relationship Id="rId10" Type="http://schemas.openxmlformats.org/officeDocument/2006/relationships/image" Target="../media/image175.png"/><Relationship Id="rId11" Type="http://schemas.openxmlformats.org/officeDocument/2006/relationships/image" Target="../media/image176.png"/><Relationship Id="rId12" Type="http://schemas.openxmlformats.org/officeDocument/2006/relationships/image" Target="../media/image177.png"/><Relationship Id="rId13" Type="http://schemas.openxmlformats.org/officeDocument/2006/relationships/image" Target="../media/image17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4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517248" y="-5544528"/>
            <a:ext cx="19937213" cy="20619296"/>
            <a:chOff x="-517248" y="-5544528"/>
            <a:chExt cx="19937213" cy="20619296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9962502" y="7318761"/>
              <a:ext cx="7115410" cy="8396604"/>
              <a:chOff x="9962502" y="7318761"/>
              <a:chExt cx="7115410" cy="8396604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 rot="-5400000">
                <a:off x="9962502" y="7318761"/>
                <a:ext cx="7115410" cy="8396604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-517248" y="2460134"/>
              <a:ext cx="7115410" cy="8396604"/>
              <a:chOff x="-517248" y="2460134"/>
              <a:chExt cx="7115410" cy="8396604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-517248" y="2460134"/>
                <a:ext cx="7115410" cy="8396604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12304555" y="0"/>
              <a:ext cx="7115410" cy="8396604"/>
              <a:chOff x="12304555" y="0"/>
              <a:chExt cx="7115410" cy="8396604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2304555" y="0"/>
                <a:ext cx="7115410" cy="8396604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2027447" y="-5544528"/>
              <a:ext cx="7115410" cy="8396604"/>
              <a:chOff x="2027447" y="-5544528"/>
              <a:chExt cx="7115410" cy="8396604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027447" y="-5544528"/>
                <a:ext cx="7115410" cy="8396604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9716581" y="-4441040"/>
              <a:ext cx="7115410" cy="8396604"/>
              <a:chOff x="9716581" y="-4441040"/>
              <a:chExt cx="7115410" cy="8396604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10800000">
                <a:off x="9716581" y="-4441040"/>
                <a:ext cx="7115410" cy="8396604"/>
              </a:xfrm>
              <a:prstGeom prst="rect">
                <a:avLst/>
              </a:prstGeom>
            </p:spPr>
          </p:pic>
        </p:grpSp>
      </p:grpSp>
      <p:grpSp>
        <p:nvGrpSpPr>
          <p:cNvPr id="1007" name="그룹 1007"/>
          <p:cNvGrpSpPr/>
          <p:nvPr/>
        </p:nvGrpSpPr>
        <p:grpSpPr>
          <a:xfrm>
            <a:off x="12112234" y="6435125"/>
            <a:ext cx="2758803" cy="1947390"/>
            <a:chOff x="12112234" y="6435125"/>
            <a:chExt cx="2758803" cy="1947390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3420000">
              <a:off x="12112234" y="6435125"/>
              <a:ext cx="2758803" cy="1947390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2952547" y="6435125"/>
            <a:ext cx="2758803" cy="1947390"/>
            <a:chOff x="2952547" y="6435125"/>
            <a:chExt cx="2758803" cy="1947390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 rot="-3420000">
              <a:off x="2952547" y="6435125"/>
              <a:ext cx="2758803" cy="1947390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5734638" y="1066667"/>
            <a:ext cx="6171429" cy="1291896"/>
            <a:chOff x="5734638" y="1066667"/>
            <a:chExt cx="6171429" cy="1291896"/>
          </a:xfrm>
        </p:grpSpPr>
        <p:grpSp>
          <p:nvGrpSpPr>
            <p:cNvPr id="1010" name="그룹 1010"/>
            <p:cNvGrpSpPr/>
            <p:nvPr/>
          </p:nvGrpSpPr>
          <p:grpSpPr>
            <a:xfrm>
              <a:off x="5964505" y="1066667"/>
              <a:ext cx="5711686" cy="1291896"/>
              <a:chOff x="5964505" y="1066667"/>
              <a:chExt cx="5711686" cy="1291896"/>
            </a:xfrm>
          </p:grpSpPr>
          <p:pic>
            <p:nvPicPr>
              <p:cNvPr id="27" name="Object 26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964505" y="1066667"/>
                <a:ext cx="5711686" cy="1291896"/>
              </a:xfrm>
              <a:prstGeom prst="rect">
                <a:avLst/>
              </a:prstGeom>
            </p:spPr>
          </p:pic>
        </p:grpSp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50831" y="1233669"/>
              <a:ext cx="5247868" cy="1037496"/>
            </a:xfrm>
            <a:prstGeom prst="rect">
              <a:avLst/>
            </a:prstGeom>
          </p:spPr>
        </p:pic>
      </p:grpSp>
      <p:pic>
        <p:nvPicPr>
          <p:cNvPr id="31" name="Object 30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3410437" y="7943219"/>
            <a:ext cx="4626797" cy="2042283"/>
          </a:xfrm>
          <a:prstGeom prst="rect">
            <a:avLst/>
          </a:prstGeom>
        </p:spPr>
      </p:pic>
      <p:pic>
        <p:nvPicPr>
          <p:cNvPr id="32" name="Object 31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358918" y="2580088"/>
            <a:ext cx="7585134" cy="3485020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293385" y="1912196"/>
            <a:ext cx="9466199" cy="5366084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7817726" y="2599126"/>
            <a:ext cx="9964648" cy="3485020"/>
          </a:xfrm>
          <a:prstGeom prst="rect">
            <a:avLst/>
          </a:prstGeom>
        </p:spPr>
      </p:pic>
      <p:pic>
        <p:nvPicPr>
          <p:cNvPr id="35" name="Object 34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7238622" y="1920355"/>
            <a:ext cx="11845713" cy="5366084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5722207" y="2711124"/>
            <a:ext cx="6202902" cy="8901177"/>
            <a:chOff x="5722207" y="2711124"/>
            <a:chExt cx="6202902" cy="8901177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 rot="300000">
              <a:off x="5722207" y="2711124"/>
              <a:ext cx="6202902" cy="89011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4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1709" y="2134872"/>
            <a:ext cx="17342296" cy="9116617"/>
            <a:chOff x="471709" y="2134872"/>
            <a:chExt cx="17342296" cy="911661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8100263" y="-2324261"/>
              <a:ext cx="34684592" cy="18233234"/>
            </a:xfrm>
            <a:prstGeom prst="rect">
              <a:avLst/>
            </a:prstGeom>
          </p:spPr>
        </p:pic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1709" y="2134872"/>
              <a:ext cx="17342296" cy="911661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636262" y="-3397390"/>
            <a:ext cx="9013190" cy="16800634"/>
            <a:chOff x="4636262" y="-3397390"/>
            <a:chExt cx="9013190" cy="16800634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227718" y="-11699656"/>
              <a:ext cx="18026380" cy="33601267"/>
            </a:xfrm>
            <a:prstGeom prst="rect">
              <a:avLst/>
            </a:prstGeom>
          </p:spPr>
        </p:pic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5400000">
              <a:off x="4636262" y="-3397390"/>
              <a:ext cx="9013190" cy="1680063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3463471" y="3851489"/>
            <a:ext cx="5469862" cy="5504264"/>
            <a:chOff x="3463471" y="3851489"/>
            <a:chExt cx="5469862" cy="5504264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63471" y="3851489"/>
              <a:ext cx="5469862" cy="550426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455288" y="4485359"/>
            <a:ext cx="4407945" cy="5071782"/>
            <a:chOff x="1455288" y="4485359"/>
            <a:chExt cx="4407945" cy="5071782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55288" y="4485359"/>
              <a:ext cx="4407945" cy="5071782"/>
            </a:xfrm>
            <a:prstGeom prst="rect">
              <a:avLst/>
            </a:prstGeom>
          </p:spPr>
        </p:pic>
      </p:grpSp>
      <p:pic>
        <p:nvPicPr>
          <p:cNvPr id="16" name="Object 1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230529" y="2211486"/>
            <a:ext cx="4988054" cy="1453930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6121955" y="2341007"/>
            <a:ext cx="856144" cy="683860"/>
            <a:chOff x="6121955" y="2341007"/>
            <a:chExt cx="856144" cy="683860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21955" y="2341007"/>
              <a:ext cx="856144" cy="683860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9410745" y="3343418"/>
            <a:ext cx="7053616" cy="953484"/>
            <a:chOff x="9410745" y="3343418"/>
            <a:chExt cx="7053616" cy="953484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9410745" y="3343418"/>
              <a:ext cx="7053616" cy="953484"/>
              <a:chOff x="9410745" y="3343418"/>
              <a:chExt cx="7053616" cy="953484"/>
            </a:xfrm>
          </p:grpSpPr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9410745" y="3343418"/>
                <a:ext cx="7053616" cy="953484"/>
              </a:xfrm>
              <a:prstGeom prst="rect">
                <a:avLst/>
              </a:prstGeom>
            </p:spPr>
          </p:pic>
        </p:grpSp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632117" y="3370841"/>
              <a:ext cx="4220969" cy="909303"/>
            </a:xfrm>
            <a:prstGeom prst="rect">
              <a:avLst/>
            </a:prstGeom>
          </p:spPr>
        </p:pic>
        <p:grpSp>
          <p:nvGrpSpPr>
            <p:cNvPr id="1008" name="그룹 1008"/>
            <p:cNvGrpSpPr/>
            <p:nvPr/>
          </p:nvGrpSpPr>
          <p:grpSpPr>
            <a:xfrm>
              <a:off x="9429606" y="3344142"/>
              <a:ext cx="952035" cy="952035"/>
              <a:chOff x="9429606" y="3344142"/>
              <a:chExt cx="952035" cy="952035"/>
            </a:xfrm>
          </p:grpSpPr>
          <p:grpSp>
            <p:nvGrpSpPr>
              <p:cNvPr id="1009" name="그룹 1009"/>
              <p:cNvGrpSpPr/>
              <p:nvPr/>
            </p:nvGrpSpPr>
            <p:grpSpPr>
              <a:xfrm>
                <a:off x="9429606" y="3344142"/>
                <a:ext cx="952035" cy="952035"/>
                <a:chOff x="9429606" y="3344142"/>
                <a:chExt cx="952035" cy="952035"/>
              </a:xfrm>
            </p:grpSpPr>
            <p:pic>
              <p:nvPicPr>
                <p:cNvPr id="27" name="Object 26"/>
                <p:cNvPicPr>
                  <a:picLocks noChangeAspect="1"/>
                </p:cNvPicPr>
                <p:nvPr/>
              </p:nvPicPr>
              <p:blipFill>
                <a:blip r:embed="rId12" cstate="print"/>
                <a:stretch>
                  <a:fillRect/>
                </a:stretch>
              </p:blipFill>
              <p:spPr>
                <a:xfrm>
                  <a:off x="9429606" y="3344142"/>
                  <a:ext cx="952035" cy="952035"/>
                </a:xfrm>
                <a:prstGeom prst="rect">
                  <a:avLst/>
                </a:prstGeom>
              </p:spPr>
            </p:pic>
          </p:grpSp>
          <p:pic>
            <p:nvPicPr>
              <p:cNvPr id="29" name="Object 28"/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9428378" y="3282733"/>
                <a:ext cx="899855" cy="1086112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9410745" y="4572034"/>
            <a:ext cx="7053616" cy="953484"/>
            <a:chOff x="9410745" y="4572034"/>
            <a:chExt cx="7053616" cy="953484"/>
          </a:xfrm>
        </p:grpSpPr>
        <p:grpSp>
          <p:nvGrpSpPr>
            <p:cNvPr id="1011" name="그룹 1011"/>
            <p:cNvGrpSpPr/>
            <p:nvPr/>
          </p:nvGrpSpPr>
          <p:grpSpPr>
            <a:xfrm>
              <a:off x="9410745" y="4572034"/>
              <a:ext cx="7053616" cy="953484"/>
              <a:chOff x="9410745" y="4572034"/>
              <a:chExt cx="7053616" cy="953484"/>
            </a:xfrm>
          </p:grpSpPr>
          <p:pic>
            <p:nvPicPr>
              <p:cNvPr id="34" name="Object 33"/>
              <p:cNvPicPr>
                <a:picLocks noChangeAspect="1"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9410745" y="4572034"/>
                <a:ext cx="7053616" cy="953484"/>
              </a:xfrm>
              <a:prstGeom prst="rect">
                <a:avLst/>
              </a:prstGeom>
            </p:spPr>
          </p:pic>
        </p:grpSp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632117" y="4599460"/>
              <a:ext cx="4246226" cy="918826"/>
            </a:xfrm>
            <a:prstGeom prst="rect">
              <a:avLst/>
            </a:prstGeom>
          </p:spPr>
        </p:pic>
        <p:grpSp>
          <p:nvGrpSpPr>
            <p:cNvPr id="1012" name="그룹 1012"/>
            <p:cNvGrpSpPr/>
            <p:nvPr/>
          </p:nvGrpSpPr>
          <p:grpSpPr>
            <a:xfrm>
              <a:off x="9429606" y="4572759"/>
              <a:ext cx="952035" cy="952035"/>
              <a:chOff x="9429606" y="4572759"/>
              <a:chExt cx="952035" cy="952035"/>
            </a:xfrm>
          </p:grpSpPr>
          <p:grpSp>
            <p:nvGrpSpPr>
              <p:cNvPr id="1013" name="그룹 1013"/>
              <p:cNvGrpSpPr/>
              <p:nvPr/>
            </p:nvGrpSpPr>
            <p:grpSpPr>
              <a:xfrm>
                <a:off x="9429606" y="4572759"/>
                <a:ext cx="952035" cy="952035"/>
                <a:chOff x="9429606" y="4572759"/>
                <a:chExt cx="952035" cy="952035"/>
              </a:xfrm>
            </p:grpSpPr>
            <p:pic>
              <p:nvPicPr>
                <p:cNvPr id="39" name="Object 38"/>
                <p:cNvPicPr>
                  <a:picLocks noChangeAspect="1"/>
                </p:cNvPicPr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9429606" y="4572759"/>
                  <a:ext cx="952035" cy="952035"/>
                </a:xfrm>
                <a:prstGeom prst="rect">
                  <a:avLst/>
                </a:prstGeom>
              </p:spPr>
            </p:pic>
          </p:grpSp>
          <p:pic>
            <p:nvPicPr>
              <p:cNvPr id="41" name="Object 40"/>
              <p:cNvPicPr>
                <a:picLocks noChangeAspect="1"/>
              </p:cNvPicPr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9428376" y="4511346"/>
                <a:ext cx="951130" cy="1086102"/>
              </a:xfrm>
              <a:prstGeom prst="rect">
                <a:avLst/>
              </a:prstGeom>
            </p:spPr>
          </p:pic>
        </p:grpSp>
      </p:grpSp>
      <p:grpSp>
        <p:nvGrpSpPr>
          <p:cNvPr id="1014" name="그룹 1014"/>
          <p:cNvGrpSpPr/>
          <p:nvPr/>
        </p:nvGrpSpPr>
        <p:grpSpPr>
          <a:xfrm>
            <a:off x="9410745" y="5800650"/>
            <a:ext cx="7053616" cy="953484"/>
            <a:chOff x="9410745" y="5800650"/>
            <a:chExt cx="7053616" cy="953484"/>
          </a:xfrm>
        </p:grpSpPr>
        <p:grpSp>
          <p:nvGrpSpPr>
            <p:cNvPr id="1015" name="그룹 1015"/>
            <p:cNvGrpSpPr/>
            <p:nvPr/>
          </p:nvGrpSpPr>
          <p:grpSpPr>
            <a:xfrm>
              <a:off x="9410745" y="5800650"/>
              <a:ext cx="7053616" cy="953484"/>
              <a:chOff x="9410745" y="5800650"/>
              <a:chExt cx="7053616" cy="953484"/>
            </a:xfrm>
          </p:grpSpPr>
          <p:pic>
            <p:nvPicPr>
              <p:cNvPr id="46" name="Object 45"/>
              <p:cNvPicPr>
                <a:picLocks noChangeAspect="1"/>
              </p:cNvPicPr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9410745" y="5800650"/>
                <a:ext cx="7053616" cy="953484"/>
              </a:xfrm>
              <a:prstGeom prst="rect">
                <a:avLst/>
              </a:prstGeom>
            </p:spPr>
          </p:pic>
        </p:grpSp>
        <p:pic>
          <p:nvPicPr>
            <p:cNvPr id="48" name="Object 47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622593" y="5828079"/>
              <a:ext cx="2814655" cy="918826"/>
            </a:xfrm>
            <a:prstGeom prst="rect">
              <a:avLst/>
            </a:prstGeom>
          </p:spPr>
        </p:pic>
        <p:grpSp>
          <p:nvGrpSpPr>
            <p:cNvPr id="1016" name="그룹 1016"/>
            <p:cNvGrpSpPr/>
            <p:nvPr/>
          </p:nvGrpSpPr>
          <p:grpSpPr>
            <a:xfrm>
              <a:off x="9429606" y="5801375"/>
              <a:ext cx="952035" cy="952035"/>
              <a:chOff x="9429606" y="5801375"/>
              <a:chExt cx="952035" cy="952035"/>
            </a:xfrm>
          </p:grpSpPr>
          <p:grpSp>
            <p:nvGrpSpPr>
              <p:cNvPr id="1017" name="그룹 1017"/>
              <p:cNvGrpSpPr/>
              <p:nvPr/>
            </p:nvGrpSpPr>
            <p:grpSpPr>
              <a:xfrm>
                <a:off x="9429606" y="5801375"/>
                <a:ext cx="952035" cy="952035"/>
                <a:chOff x="9429606" y="5801375"/>
                <a:chExt cx="952035" cy="952035"/>
              </a:xfrm>
            </p:grpSpPr>
            <p:pic>
              <p:nvPicPr>
                <p:cNvPr id="51" name="Object 50"/>
                <p:cNvPicPr>
                  <a:picLocks noChangeAspect="1"/>
                </p:cNvPicPr>
                <p:nvPr/>
              </p:nvPicPr>
              <p:blipFill>
                <a:blip r:embed="rId20" cstate="print"/>
                <a:stretch>
                  <a:fillRect/>
                </a:stretch>
              </p:blipFill>
              <p:spPr>
                <a:xfrm>
                  <a:off x="9429606" y="5801375"/>
                  <a:ext cx="952035" cy="952035"/>
                </a:xfrm>
                <a:prstGeom prst="rect">
                  <a:avLst/>
                </a:prstGeom>
              </p:spPr>
            </p:pic>
          </p:grpSp>
          <p:pic>
            <p:nvPicPr>
              <p:cNvPr id="53" name="Object 52"/>
              <p:cNvPicPr>
                <a:picLocks noChangeAspect="1"/>
              </p:cNvPicPr>
              <p:nvPr/>
            </p:nvPicPr>
            <p:blipFill>
              <a:blip r:embed="rId21" cstate="print"/>
              <a:stretch>
                <a:fillRect/>
              </a:stretch>
            </p:blipFill>
            <p:spPr>
              <a:xfrm>
                <a:off x="9428376" y="5739965"/>
                <a:ext cx="982616" cy="1091968"/>
              </a:xfrm>
              <a:prstGeom prst="rect">
                <a:avLst/>
              </a:prstGeom>
            </p:spPr>
          </p:pic>
        </p:grpSp>
      </p:grpSp>
      <p:grpSp>
        <p:nvGrpSpPr>
          <p:cNvPr id="1018" name="그룹 1018"/>
          <p:cNvGrpSpPr/>
          <p:nvPr/>
        </p:nvGrpSpPr>
        <p:grpSpPr>
          <a:xfrm>
            <a:off x="9410745" y="7029267"/>
            <a:ext cx="7053616" cy="953484"/>
            <a:chOff x="9410745" y="7029267"/>
            <a:chExt cx="7053616" cy="953484"/>
          </a:xfrm>
        </p:grpSpPr>
        <p:grpSp>
          <p:nvGrpSpPr>
            <p:cNvPr id="1019" name="그룹 1019"/>
            <p:cNvGrpSpPr/>
            <p:nvPr/>
          </p:nvGrpSpPr>
          <p:grpSpPr>
            <a:xfrm>
              <a:off x="9410745" y="7029267"/>
              <a:ext cx="7053616" cy="953484"/>
              <a:chOff x="9410745" y="7029267"/>
              <a:chExt cx="7053616" cy="953484"/>
            </a:xfrm>
          </p:grpSpPr>
          <p:pic>
            <p:nvPicPr>
              <p:cNvPr id="58" name="Object 57"/>
              <p:cNvPicPr>
                <a:picLocks noChangeAspect="1"/>
              </p:cNvPicPr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9410745" y="7029267"/>
                <a:ext cx="7053616" cy="953484"/>
              </a:xfrm>
              <a:prstGeom prst="rect">
                <a:avLst/>
              </a:prstGeom>
            </p:spPr>
          </p:pic>
        </p:grpSp>
        <p:pic>
          <p:nvPicPr>
            <p:cNvPr id="60" name="Object 59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632117" y="7056689"/>
              <a:ext cx="4685226" cy="918826"/>
            </a:xfrm>
            <a:prstGeom prst="rect">
              <a:avLst/>
            </a:prstGeom>
          </p:spPr>
        </p:pic>
        <p:grpSp>
          <p:nvGrpSpPr>
            <p:cNvPr id="1020" name="그룹 1020"/>
            <p:cNvGrpSpPr/>
            <p:nvPr/>
          </p:nvGrpSpPr>
          <p:grpSpPr>
            <a:xfrm>
              <a:off x="9429606" y="7029991"/>
              <a:ext cx="952035" cy="952035"/>
              <a:chOff x="9429606" y="7029991"/>
              <a:chExt cx="952035" cy="952035"/>
            </a:xfrm>
          </p:grpSpPr>
          <p:grpSp>
            <p:nvGrpSpPr>
              <p:cNvPr id="1021" name="그룹 1021"/>
              <p:cNvGrpSpPr/>
              <p:nvPr/>
            </p:nvGrpSpPr>
            <p:grpSpPr>
              <a:xfrm>
                <a:off x="9429606" y="7029991"/>
                <a:ext cx="952035" cy="952035"/>
                <a:chOff x="9429606" y="7029991"/>
                <a:chExt cx="952035" cy="952035"/>
              </a:xfrm>
            </p:grpSpPr>
            <p:pic>
              <p:nvPicPr>
                <p:cNvPr id="63" name="Object 62"/>
                <p:cNvPicPr>
                  <a:picLocks noChangeAspect="1"/>
                </p:cNvPicPr>
                <p:nvPr/>
              </p:nvPicPr>
              <p:blipFill>
                <a:blip r:embed="rId24" cstate="print"/>
                <a:stretch>
                  <a:fillRect/>
                </a:stretch>
              </p:blipFill>
              <p:spPr>
                <a:xfrm>
                  <a:off x="9429606" y="7029991"/>
                  <a:ext cx="952035" cy="952035"/>
                </a:xfrm>
                <a:prstGeom prst="rect">
                  <a:avLst/>
                </a:prstGeom>
              </p:spPr>
            </p:pic>
          </p:grpSp>
          <p:pic>
            <p:nvPicPr>
              <p:cNvPr id="65" name="Object 64"/>
              <p:cNvPicPr>
                <a:picLocks noChangeAspect="1"/>
              </p:cNvPicPr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>
                <a:off x="9428376" y="6968584"/>
                <a:ext cx="1002588" cy="1086111"/>
              </a:xfrm>
              <a:prstGeom prst="rect">
                <a:avLst/>
              </a:prstGeom>
            </p:spPr>
          </p:pic>
        </p:grpSp>
      </p:grpSp>
      <p:pic>
        <p:nvPicPr>
          <p:cNvPr id="68" name="Object 67"/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9428376" y="8006764"/>
            <a:ext cx="1013178" cy="1092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4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1709" y="715824"/>
            <a:ext cx="17342296" cy="9116617"/>
            <a:chOff x="471709" y="715824"/>
            <a:chExt cx="17342296" cy="911661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8100263" y="-3743309"/>
              <a:ext cx="34684592" cy="18233234"/>
            </a:xfrm>
            <a:prstGeom prst="rect">
              <a:avLst/>
            </a:prstGeom>
          </p:spPr>
        </p:pic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1709" y="715824"/>
              <a:ext cx="17342296" cy="911661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636262" y="-3397390"/>
            <a:ext cx="9013190" cy="16800634"/>
            <a:chOff x="4636262" y="-3397390"/>
            <a:chExt cx="9013190" cy="16800634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227718" y="-11699656"/>
              <a:ext cx="18026380" cy="33601267"/>
            </a:xfrm>
            <a:prstGeom prst="rect">
              <a:avLst/>
            </a:prstGeom>
          </p:spPr>
        </p:pic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5400000">
              <a:off x="4636262" y="-3397390"/>
              <a:ext cx="9013190" cy="1680063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690050" y="4155783"/>
            <a:ext cx="14945044" cy="2560225"/>
            <a:chOff x="1690050" y="4155783"/>
            <a:chExt cx="14945044" cy="2560225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90050" y="4155783"/>
              <a:ext cx="14945044" cy="2560225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5833164" y="2596535"/>
            <a:ext cx="856144" cy="683860"/>
            <a:chOff x="5833164" y="2596535"/>
            <a:chExt cx="856144" cy="683860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33164" y="2596535"/>
              <a:ext cx="856144" cy="683860"/>
            </a:xfrm>
            <a:prstGeom prst="rect">
              <a:avLst/>
            </a:prstGeom>
          </p:spPr>
        </p:pic>
      </p:grpSp>
      <p:pic>
        <p:nvPicPr>
          <p:cNvPr id="16" name="Object 1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475072" y="2207577"/>
            <a:ext cx="6451587" cy="1568502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819574" y="4516193"/>
            <a:ext cx="14033753" cy="2036962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939118" y="5498222"/>
            <a:ext cx="3067920" cy="4268398"/>
            <a:chOff x="939118" y="5498222"/>
            <a:chExt cx="3067920" cy="4268398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9118" y="5498222"/>
              <a:ext cx="3067920" cy="4268398"/>
            </a:xfrm>
            <a:prstGeom prst="rect">
              <a:avLst/>
            </a:prstGeom>
          </p:spPr>
        </p:pic>
      </p:grpSp>
      <p:pic>
        <p:nvPicPr>
          <p:cNvPr id="21" name="Object 20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368769" y="7590517"/>
            <a:ext cx="9739310" cy="9073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4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1709" y="715824"/>
            <a:ext cx="17342296" cy="9116617"/>
            <a:chOff x="471709" y="715824"/>
            <a:chExt cx="17342296" cy="911661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8100263" y="-3743309"/>
              <a:ext cx="34684592" cy="18233234"/>
            </a:xfrm>
            <a:prstGeom prst="rect">
              <a:avLst/>
            </a:prstGeom>
          </p:spPr>
        </p:pic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1709" y="715824"/>
              <a:ext cx="17342296" cy="911661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636262" y="-3302278"/>
            <a:ext cx="9013190" cy="16800634"/>
            <a:chOff x="4636262" y="-3302278"/>
            <a:chExt cx="9013190" cy="16800634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227718" y="-11604544"/>
              <a:ext cx="18026380" cy="33601267"/>
            </a:xfrm>
            <a:prstGeom prst="rect">
              <a:avLst/>
            </a:prstGeom>
          </p:spPr>
        </p:pic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5400000">
              <a:off x="4636262" y="-3302278"/>
              <a:ext cx="9013190" cy="1680063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2364471" y="3841022"/>
            <a:ext cx="13556772" cy="4240423"/>
            <a:chOff x="2364471" y="3841022"/>
            <a:chExt cx="13556772" cy="4240423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2364471" y="3841022"/>
              <a:ext cx="13556772" cy="4240423"/>
              <a:chOff x="2364471" y="3841022"/>
              <a:chExt cx="13556772" cy="4240423"/>
            </a:xfrm>
          </p:grpSpPr>
          <p:pic>
            <p:nvPicPr>
              <p:cNvPr id="12" name="Object 11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364471" y="3841022"/>
                <a:ext cx="13556772" cy="4240423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12880891" y="5646947"/>
              <a:ext cx="951025" cy="951025"/>
              <a:chOff x="12880891" y="5646947"/>
              <a:chExt cx="951025" cy="951025"/>
            </a:xfrm>
          </p:grpSpPr>
          <p:pic>
            <p:nvPicPr>
              <p:cNvPr id="15" name="Object 14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2880891" y="5646947"/>
                <a:ext cx="951025" cy="951025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10180940" y="5607484"/>
              <a:ext cx="996264" cy="996264"/>
              <a:chOff x="10180940" y="5607484"/>
              <a:chExt cx="996264" cy="996264"/>
            </a:xfrm>
          </p:grpSpPr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0180940" y="5607484"/>
                <a:ext cx="996264" cy="996264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7236683" y="5501561"/>
              <a:ext cx="1226116" cy="1226116"/>
              <a:chOff x="7236683" y="5501561"/>
              <a:chExt cx="1226116" cy="1226116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7236683" y="5501561"/>
                <a:ext cx="1226116" cy="122611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4365575" y="5588418"/>
              <a:ext cx="1022138" cy="1022138"/>
              <a:chOff x="4365575" y="5588418"/>
              <a:chExt cx="1022138" cy="1022138"/>
            </a:xfrm>
          </p:grpSpPr>
          <p:pic>
            <p:nvPicPr>
              <p:cNvPr id="24" name="Object 23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4365575" y="5588418"/>
                <a:ext cx="1022138" cy="1022138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8826776" y="4070528"/>
              <a:ext cx="630367" cy="630367"/>
              <a:chOff x="8826776" y="4070528"/>
              <a:chExt cx="630367" cy="630367"/>
            </a:xfrm>
          </p:grpSpPr>
          <p:pic>
            <p:nvPicPr>
              <p:cNvPr id="27" name="Object 26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8826776" y="4070528"/>
                <a:ext cx="630367" cy="630367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4944028" y="2233703"/>
            <a:ext cx="856144" cy="683860"/>
            <a:chOff x="4944028" y="2233703"/>
            <a:chExt cx="856144" cy="683860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44028" y="2233703"/>
              <a:ext cx="856144" cy="683860"/>
            </a:xfrm>
            <a:prstGeom prst="rect">
              <a:avLst/>
            </a:prstGeom>
          </p:spPr>
        </p:pic>
      </p:grpSp>
      <p:pic>
        <p:nvPicPr>
          <p:cNvPr id="33" name="Object 32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703144" y="1833508"/>
            <a:ext cx="7276578" cy="1589864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866830" y="3267699"/>
            <a:ext cx="9026501" cy="466653"/>
          </a:xfrm>
          <a:prstGeom prst="rect">
            <a:avLst/>
          </a:prstGeom>
        </p:spPr>
      </p:pic>
      <p:pic>
        <p:nvPicPr>
          <p:cNvPr id="35" name="Object 34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4083716" y="8222402"/>
            <a:ext cx="1657755" cy="1310346"/>
          </a:xfrm>
          <a:prstGeom prst="rect">
            <a:avLst/>
          </a:prstGeom>
        </p:spPr>
      </p:pic>
      <p:pic>
        <p:nvPicPr>
          <p:cNvPr id="36" name="Object 35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6327592" y="8203354"/>
            <a:ext cx="2150184" cy="1310346"/>
          </a:xfrm>
          <a:prstGeom prst="rect">
            <a:avLst/>
          </a:prstGeom>
        </p:spPr>
      </p:pic>
      <p:pic>
        <p:nvPicPr>
          <p:cNvPr id="37" name="Object 36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9302859" y="8222402"/>
            <a:ext cx="1856355" cy="1310346"/>
          </a:xfrm>
          <a:prstGeom prst="rect">
            <a:avLst/>
          </a:prstGeom>
        </p:spPr>
      </p:pic>
      <p:pic>
        <p:nvPicPr>
          <p:cNvPr id="38" name="Object 37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2105525" y="8203354"/>
            <a:ext cx="1856346" cy="131034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2364471" y="6625494"/>
            <a:ext cx="532442" cy="532442"/>
            <a:chOff x="2364471" y="6625494"/>
            <a:chExt cx="532442" cy="532442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364471" y="6625494"/>
              <a:ext cx="532442" cy="532442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5388801" y="6625494"/>
            <a:ext cx="532442" cy="532442"/>
            <a:chOff x="15388801" y="6625494"/>
            <a:chExt cx="532442" cy="532442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388801" y="6625494"/>
              <a:ext cx="532442" cy="532442"/>
            </a:xfrm>
            <a:prstGeom prst="rect">
              <a:avLst/>
            </a:prstGeom>
          </p:spPr>
        </p:pic>
      </p:grpSp>
      <p:pic>
        <p:nvPicPr>
          <p:cNvPr id="45" name="Object 44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1309870" y="7355588"/>
            <a:ext cx="1657946" cy="1310441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4830573" y="7355592"/>
            <a:ext cx="2100050" cy="13103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4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1709" y="715824"/>
            <a:ext cx="17342296" cy="9116617"/>
            <a:chOff x="471709" y="715824"/>
            <a:chExt cx="17342296" cy="911661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8100263" y="-3743309"/>
              <a:ext cx="34684592" cy="18233234"/>
            </a:xfrm>
            <a:prstGeom prst="rect">
              <a:avLst/>
            </a:prstGeom>
          </p:spPr>
        </p:pic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1709" y="715824"/>
              <a:ext cx="17342296" cy="911661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636262" y="-3397390"/>
            <a:ext cx="9013190" cy="16800634"/>
            <a:chOff x="4636262" y="-3397390"/>
            <a:chExt cx="9013190" cy="16800634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227718" y="-11699656"/>
              <a:ext cx="18026380" cy="33601267"/>
            </a:xfrm>
            <a:prstGeom prst="rect">
              <a:avLst/>
            </a:prstGeom>
          </p:spPr>
        </p:pic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5400000">
              <a:off x="4636262" y="-3397390"/>
              <a:ext cx="9013190" cy="16800634"/>
            </a:xfrm>
            <a:prstGeom prst="rect">
              <a:avLst/>
            </a:prstGeom>
          </p:spPr>
        </p:pic>
      </p:grpSp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102570" y="2141631"/>
            <a:ext cx="8581626" cy="1608911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4577536" y="2536115"/>
            <a:ext cx="856144" cy="683860"/>
            <a:chOff x="4577536" y="2536115"/>
            <a:chExt cx="856144" cy="683860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7536" y="2536115"/>
              <a:ext cx="856144" cy="683860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850874" y="4460463"/>
            <a:ext cx="14400764" cy="5049058"/>
            <a:chOff x="1850874" y="4460463"/>
            <a:chExt cx="14400764" cy="5049058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50874" y="4460463"/>
              <a:ext cx="14400764" cy="5049058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2847033" y="5260301"/>
            <a:ext cx="2394339" cy="2394339"/>
            <a:chOff x="2847033" y="5260301"/>
            <a:chExt cx="2394339" cy="2394339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47033" y="5260301"/>
              <a:ext cx="2394339" cy="2394339"/>
            </a:xfrm>
            <a:prstGeom prst="rect">
              <a:avLst/>
            </a:prstGeom>
          </p:spPr>
        </p:pic>
      </p:grpSp>
      <p:pic>
        <p:nvPicPr>
          <p:cNvPr id="20" name="Object 19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925584" y="5800310"/>
            <a:ext cx="2136405" cy="1530928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12979924" y="5268595"/>
            <a:ext cx="2376522" cy="2376522"/>
            <a:chOff x="12979924" y="5268595"/>
            <a:chExt cx="2376522" cy="2376522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979924" y="5268595"/>
              <a:ext cx="2376522" cy="2376522"/>
            </a:xfrm>
            <a:prstGeom prst="rect">
              <a:avLst/>
            </a:prstGeom>
          </p:spPr>
        </p:pic>
      </p:grpSp>
      <p:pic>
        <p:nvPicPr>
          <p:cNvPr id="24" name="Object 23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3216209" y="5818182"/>
            <a:ext cx="2111365" cy="1365234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6278167" y="5260301"/>
            <a:ext cx="2394339" cy="2394339"/>
            <a:chOff x="6278167" y="5260301"/>
            <a:chExt cx="2394339" cy="2394339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78167" y="5260301"/>
              <a:ext cx="2394339" cy="2394339"/>
            </a:xfrm>
            <a:prstGeom prst="rect">
              <a:avLst/>
            </a:prstGeom>
          </p:spPr>
        </p:pic>
      </p:grpSp>
      <p:pic>
        <p:nvPicPr>
          <p:cNvPr id="28" name="Object 27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6377465" y="5703300"/>
            <a:ext cx="2430320" cy="1461976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9644736" y="5311586"/>
            <a:ext cx="2280212" cy="2280212"/>
            <a:chOff x="9644736" y="5311586"/>
            <a:chExt cx="2280212" cy="2280212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644736" y="5311586"/>
              <a:ext cx="2280212" cy="2280212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9735772" y="5822610"/>
            <a:ext cx="2116172" cy="1444280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4907166" y="3546128"/>
            <a:ext cx="7992767" cy="867957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2747482" y="7654640"/>
            <a:ext cx="2665227" cy="832081"/>
            <a:chOff x="2747482" y="7654640"/>
            <a:chExt cx="2665227" cy="832081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747482" y="7654640"/>
              <a:ext cx="2665227" cy="832081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2892715" y="7673688"/>
            <a:ext cx="2665227" cy="832081"/>
            <a:chOff x="12892715" y="7673688"/>
            <a:chExt cx="2665227" cy="832081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892715" y="7673688"/>
              <a:ext cx="2665227" cy="832081"/>
            </a:xfrm>
            <a:prstGeom prst="rect">
              <a:avLst/>
            </a:prstGeom>
          </p:spPr>
        </p:pic>
      </p:grpSp>
      <p:pic>
        <p:nvPicPr>
          <p:cNvPr id="40" name="Object 39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1663876" y="8662019"/>
            <a:ext cx="1800195" cy="503672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14122477" y="8671544"/>
            <a:ext cx="2074405" cy="503662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323382" y="8662020"/>
            <a:ext cx="1932643" cy="503357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4050411" y="8641049"/>
            <a:ext cx="1793776" cy="5039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4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1709" y="715824"/>
            <a:ext cx="17342296" cy="9116617"/>
            <a:chOff x="471709" y="715824"/>
            <a:chExt cx="17342296" cy="911661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8100263" y="-3743309"/>
              <a:ext cx="34684592" cy="18233234"/>
            </a:xfrm>
            <a:prstGeom prst="rect">
              <a:avLst/>
            </a:prstGeom>
          </p:spPr>
        </p:pic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1709" y="715824"/>
              <a:ext cx="17342296" cy="911661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636262" y="-3397390"/>
            <a:ext cx="9013190" cy="16800634"/>
            <a:chOff x="4636262" y="-3397390"/>
            <a:chExt cx="9013190" cy="16800634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227718" y="-11699656"/>
              <a:ext cx="18026380" cy="33601267"/>
            </a:xfrm>
            <a:prstGeom prst="rect">
              <a:avLst/>
            </a:prstGeom>
          </p:spPr>
        </p:pic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5400000">
              <a:off x="4636262" y="-3397390"/>
              <a:ext cx="9013190" cy="1680063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997189" y="4285714"/>
            <a:ext cx="15721178" cy="2704004"/>
            <a:chOff x="997189" y="4285714"/>
            <a:chExt cx="15721178" cy="2704004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7189" y="4285714"/>
              <a:ext cx="15721178" cy="270400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3361905" y="4436305"/>
            <a:ext cx="57143" cy="2125599"/>
            <a:chOff x="3361905" y="4436305"/>
            <a:chExt cx="57143" cy="2125599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61905" y="4436305"/>
              <a:ext cx="57143" cy="212559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7007367" y="4436305"/>
            <a:ext cx="57143" cy="2125599"/>
            <a:chOff x="7007367" y="4436305"/>
            <a:chExt cx="57143" cy="2125599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07367" y="4436305"/>
              <a:ext cx="57143" cy="2125599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0664762" y="4443924"/>
            <a:ext cx="57143" cy="2125599"/>
            <a:chOff x="10664762" y="4443924"/>
            <a:chExt cx="57143" cy="2125599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664762" y="4443924"/>
              <a:ext cx="57143" cy="2125599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4291177" y="4443924"/>
            <a:ext cx="57143" cy="2125599"/>
            <a:chOff x="14291177" y="4443924"/>
            <a:chExt cx="57143" cy="2125599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291177" y="4443924"/>
              <a:ext cx="57143" cy="2125599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4816117" y="4938193"/>
            <a:ext cx="1320433" cy="1445633"/>
            <a:chOff x="14816117" y="4938193"/>
            <a:chExt cx="1320433" cy="1445633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16117" y="4938193"/>
              <a:ext cx="1320433" cy="1445633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8293631" y="4649474"/>
            <a:ext cx="974643" cy="1800726"/>
            <a:chOff x="8293631" y="4649474"/>
            <a:chExt cx="974643" cy="1800726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93631" y="4649474"/>
              <a:ext cx="974643" cy="1800726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6146074" y="6234135"/>
            <a:ext cx="755584" cy="755584"/>
            <a:chOff x="16146074" y="6234135"/>
            <a:chExt cx="755584" cy="755584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46074" y="6234135"/>
              <a:ext cx="755584" cy="755584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4284585" y="2215496"/>
            <a:ext cx="856144" cy="683860"/>
            <a:chOff x="4284585" y="2215496"/>
            <a:chExt cx="856144" cy="683860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84585" y="2215496"/>
              <a:ext cx="856144" cy="683860"/>
            </a:xfrm>
            <a:prstGeom prst="rect">
              <a:avLst/>
            </a:prstGeom>
          </p:spPr>
        </p:pic>
      </p:grpSp>
      <p:pic>
        <p:nvPicPr>
          <p:cNvPr id="37" name="Object 36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5277308" y="1821013"/>
            <a:ext cx="8854654" cy="1589864"/>
          </a:xfrm>
          <a:prstGeom prst="rect">
            <a:avLst/>
          </a:prstGeom>
        </p:spPr>
      </p:pic>
      <p:pic>
        <p:nvPicPr>
          <p:cNvPr id="38" name="Object 37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997936" y="3339634"/>
            <a:ext cx="2516326" cy="836021"/>
          </a:xfrm>
          <a:prstGeom prst="rect">
            <a:avLst/>
          </a:prstGeom>
        </p:spPr>
      </p:pic>
      <p:pic>
        <p:nvPicPr>
          <p:cNvPr id="39" name="Object 38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949249" y="7574213"/>
            <a:ext cx="2307824" cy="876167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5276052" y="3349157"/>
            <a:ext cx="2699097" cy="836021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5325111" y="7383741"/>
            <a:ext cx="3323643" cy="1249491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8533335" y="3306981"/>
            <a:ext cx="3352040" cy="836021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8978051" y="7541559"/>
            <a:ext cx="2776148" cy="1249491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2376188" y="3339634"/>
            <a:ext cx="2687497" cy="855069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12045548" y="7523640"/>
            <a:ext cx="2776148" cy="1239967"/>
          </a:xfrm>
          <a:prstGeom prst="rect">
            <a:avLst/>
          </a:prstGeom>
        </p:spPr>
      </p:pic>
      <p:grpSp>
        <p:nvGrpSpPr>
          <p:cNvPr id="1012" name="그룹 1012"/>
          <p:cNvGrpSpPr/>
          <p:nvPr/>
        </p:nvGrpSpPr>
        <p:grpSpPr>
          <a:xfrm>
            <a:off x="16464819" y="6458399"/>
            <a:ext cx="274935" cy="274935"/>
            <a:chOff x="16464819" y="6458399"/>
            <a:chExt cx="274935" cy="274935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6464819" y="6458399"/>
              <a:ext cx="274935" cy="274935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6592964" y="4426782"/>
            <a:ext cx="57143" cy="2125599"/>
            <a:chOff x="16592964" y="4426782"/>
            <a:chExt cx="57143" cy="2125599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592964" y="4426782"/>
              <a:ext cx="57143" cy="2125599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16512438" y="4302752"/>
            <a:ext cx="226959" cy="219267"/>
            <a:chOff x="16512438" y="4302752"/>
            <a:chExt cx="226959" cy="219267"/>
          </a:xfrm>
        </p:grpSpPr>
        <p:pic>
          <p:nvPicPr>
            <p:cNvPr id="53" name="Object 52"/>
            <p:cNvPicPr>
              <a:picLocks noChangeAspect="1"/>
            </p:cNvPicPr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512438" y="4302752"/>
              <a:ext cx="226959" cy="219267"/>
            </a:xfrm>
            <a:prstGeom prst="rect">
              <a:avLst/>
            </a:prstGeom>
          </p:spPr>
        </p:pic>
      </p:grpSp>
      <p:pic>
        <p:nvPicPr>
          <p:cNvPr id="55" name="Object 54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14902698" y="3330110"/>
            <a:ext cx="2801097" cy="839469"/>
          </a:xfrm>
          <a:prstGeom prst="rect">
            <a:avLst/>
          </a:prstGeom>
        </p:spPr>
      </p:pic>
      <p:pic>
        <p:nvPicPr>
          <p:cNvPr id="56" name="Object 55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14720651" y="7466595"/>
            <a:ext cx="2778586" cy="1239967"/>
          </a:xfrm>
          <a:prstGeom prst="rect">
            <a:avLst/>
          </a:prstGeom>
        </p:spPr>
      </p:pic>
      <p:grpSp>
        <p:nvGrpSpPr>
          <p:cNvPr id="1015" name="그룹 1015"/>
          <p:cNvGrpSpPr/>
          <p:nvPr/>
        </p:nvGrpSpPr>
        <p:grpSpPr>
          <a:xfrm>
            <a:off x="11758797" y="4809904"/>
            <a:ext cx="1693720" cy="1693720"/>
            <a:chOff x="11758797" y="4809904"/>
            <a:chExt cx="1693720" cy="1693720"/>
          </a:xfrm>
        </p:grpSpPr>
        <p:pic>
          <p:nvPicPr>
            <p:cNvPr id="58" name="Object 57"/>
            <p:cNvPicPr>
              <a:picLocks noChangeAspect="1"/>
            </p:cNvPicPr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758797" y="4809904"/>
              <a:ext cx="1693720" cy="1693720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4358824" y="4717200"/>
            <a:ext cx="1563810" cy="1563810"/>
            <a:chOff x="4358824" y="4717200"/>
            <a:chExt cx="1563810" cy="1563810"/>
          </a:xfrm>
        </p:grpSpPr>
        <p:pic>
          <p:nvPicPr>
            <p:cNvPr id="61" name="Object 60"/>
            <p:cNvPicPr>
              <a:picLocks noChangeAspect="1"/>
            </p:cNvPicPr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358824" y="4717200"/>
              <a:ext cx="1563810" cy="15638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4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1709" y="715824"/>
            <a:ext cx="17342296" cy="9116617"/>
            <a:chOff x="471709" y="715824"/>
            <a:chExt cx="17342296" cy="911661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8100263" y="-3743309"/>
              <a:ext cx="34684592" cy="18233234"/>
            </a:xfrm>
            <a:prstGeom prst="rect">
              <a:avLst/>
            </a:prstGeom>
          </p:spPr>
        </p:pic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1709" y="715824"/>
              <a:ext cx="17342296" cy="911661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636262" y="-3397390"/>
            <a:ext cx="9013190" cy="16800634"/>
            <a:chOff x="4636262" y="-3397390"/>
            <a:chExt cx="9013190" cy="16800634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227718" y="-11699656"/>
              <a:ext cx="18026380" cy="33601267"/>
            </a:xfrm>
            <a:prstGeom prst="rect">
              <a:avLst/>
            </a:prstGeom>
          </p:spPr>
        </p:pic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5400000">
              <a:off x="4636262" y="-3397390"/>
              <a:ext cx="9013190" cy="1680063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296830" y="1184822"/>
            <a:ext cx="7607932" cy="7729463"/>
            <a:chOff x="1296830" y="1184822"/>
            <a:chExt cx="7607932" cy="7729463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96830" y="1184822"/>
              <a:ext cx="7607932" cy="7729463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0373484" y="1097203"/>
            <a:ext cx="5164303" cy="5196782"/>
            <a:chOff x="10373484" y="1097203"/>
            <a:chExt cx="5164303" cy="5196782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73484" y="1097203"/>
              <a:ext cx="5164303" cy="5196782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412103" y="2269992"/>
            <a:ext cx="2342880" cy="3259650"/>
            <a:chOff x="1412103" y="2269992"/>
            <a:chExt cx="2342880" cy="3259650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12103" y="2269992"/>
              <a:ext cx="2342880" cy="3259650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4250943" y="2174754"/>
            <a:ext cx="2307094" cy="3357332"/>
            <a:chOff x="14250943" y="2174754"/>
            <a:chExt cx="2307094" cy="3357332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250943" y="2174754"/>
              <a:ext cx="2307094" cy="3357332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049367" y="4923004"/>
            <a:ext cx="7338984" cy="1252586"/>
            <a:chOff x="1049367" y="4923004"/>
            <a:chExt cx="7338984" cy="1252586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49367" y="4923004"/>
              <a:ext cx="7338984" cy="1252586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9171272" y="6228027"/>
            <a:ext cx="7588884" cy="2686259"/>
            <a:chOff x="9171272" y="6228027"/>
            <a:chExt cx="7588884" cy="2686259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71272" y="6228027"/>
              <a:ext cx="7588884" cy="2686259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9152225" y="4928902"/>
            <a:ext cx="7588884" cy="1295238"/>
            <a:chOff x="9152225" y="4928902"/>
            <a:chExt cx="7588884" cy="1295238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52225" y="4928902"/>
              <a:ext cx="7588884" cy="1295238"/>
            </a:xfrm>
            <a:prstGeom prst="rect">
              <a:avLst/>
            </a:prstGeom>
          </p:spPr>
        </p:pic>
      </p:grpSp>
      <p:pic>
        <p:nvPicPr>
          <p:cNvPr id="31" name="Object 30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617418" y="1821013"/>
            <a:ext cx="7367502" cy="1591692"/>
          </a:xfrm>
          <a:prstGeom prst="rect">
            <a:avLst/>
          </a:prstGeom>
        </p:spPr>
      </p:pic>
      <p:pic>
        <p:nvPicPr>
          <p:cNvPr id="32" name="Object 3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2557226" y="5114373"/>
            <a:ext cx="3323237" cy="725608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0838825" y="5211486"/>
            <a:ext cx="3819089" cy="766479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9641729" y="6819269"/>
            <a:ext cx="6790709" cy="1137690"/>
          </a:xfrm>
          <a:prstGeom prst="rect">
            <a:avLst/>
          </a:prstGeom>
        </p:spPr>
      </p:pic>
      <p:grpSp>
        <p:nvGrpSpPr>
          <p:cNvPr id="1010" name="그룹 1010"/>
          <p:cNvGrpSpPr/>
          <p:nvPr/>
        </p:nvGrpSpPr>
        <p:grpSpPr>
          <a:xfrm>
            <a:off x="5090307" y="2233703"/>
            <a:ext cx="856144" cy="683860"/>
            <a:chOff x="5090307" y="2233703"/>
            <a:chExt cx="856144" cy="683860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90307" y="2233703"/>
              <a:ext cx="856144" cy="683860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049367" y="6220408"/>
            <a:ext cx="7338984" cy="2693878"/>
            <a:chOff x="1049367" y="6220408"/>
            <a:chExt cx="7338984" cy="2693878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49367" y="6220408"/>
              <a:ext cx="7338984" cy="2693878"/>
            </a:xfrm>
            <a:prstGeom prst="rect">
              <a:avLst/>
            </a:prstGeom>
          </p:spPr>
        </p:pic>
      </p:grpSp>
      <p:pic>
        <p:nvPicPr>
          <p:cNvPr id="41" name="Object 40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345434" y="6796861"/>
            <a:ext cx="6657242" cy="11376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4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1709" y="715824"/>
            <a:ext cx="17342296" cy="9116617"/>
            <a:chOff x="471709" y="715824"/>
            <a:chExt cx="17342296" cy="911661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8100263" y="-3743309"/>
              <a:ext cx="34684592" cy="18233234"/>
            </a:xfrm>
            <a:prstGeom prst="rect">
              <a:avLst/>
            </a:prstGeom>
          </p:spPr>
        </p:pic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1709" y="715824"/>
              <a:ext cx="17342296" cy="911661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636262" y="-3397390"/>
            <a:ext cx="9013190" cy="16800634"/>
            <a:chOff x="4636262" y="-3397390"/>
            <a:chExt cx="9013190" cy="16800634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227718" y="-11699656"/>
              <a:ext cx="18026380" cy="33601267"/>
            </a:xfrm>
            <a:prstGeom prst="rect">
              <a:avLst/>
            </a:prstGeom>
          </p:spPr>
        </p:pic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5400000">
              <a:off x="4636262" y="-3397390"/>
              <a:ext cx="9013190" cy="1680063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5255447" y="2191763"/>
            <a:ext cx="856144" cy="683860"/>
            <a:chOff x="5255447" y="2191763"/>
            <a:chExt cx="856144" cy="683860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55447" y="2191763"/>
              <a:ext cx="856144" cy="683860"/>
            </a:xfrm>
            <a:prstGeom prst="rect">
              <a:avLst/>
            </a:prstGeom>
          </p:spPr>
        </p:pic>
      </p:grpSp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982070" y="1821013"/>
            <a:ext cx="6920683" cy="1605426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1422366" y="6577323"/>
            <a:ext cx="3450310" cy="472186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1434553" y="7061568"/>
            <a:ext cx="3963178" cy="1564730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-572287" y="3638290"/>
            <a:ext cx="19088670" cy="2645394"/>
            <a:chOff x="-572287" y="3638290"/>
            <a:chExt cx="19088670" cy="2645394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-572287" y="3638290"/>
              <a:ext cx="19088670" cy="2645394"/>
              <a:chOff x="-572287" y="3638290"/>
              <a:chExt cx="19088670" cy="2645394"/>
            </a:xfrm>
          </p:grpSpPr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-572287" y="3638290"/>
                <a:ext cx="19088670" cy="2645394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3577930" y="3990279"/>
              <a:ext cx="10700565" cy="1257569"/>
              <a:chOff x="3577930" y="3990279"/>
              <a:chExt cx="10700565" cy="1257569"/>
            </a:xfrm>
          </p:grpSpPr>
          <p:grpSp>
            <p:nvGrpSpPr>
              <p:cNvPr id="1007" name="그룹 1007"/>
              <p:cNvGrpSpPr/>
              <p:nvPr/>
            </p:nvGrpSpPr>
            <p:grpSpPr>
              <a:xfrm>
                <a:off x="8293335" y="3990279"/>
                <a:ext cx="1257569" cy="1257569"/>
                <a:chOff x="8293335" y="3990279"/>
                <a:chExt cx="1257569" cy="1257569"/>
              </a:xfrm>
            </p:grpSpPr>
            <p:pic>
              <p:nvPicPr>
                <p:cNvPr id="22" name="Object 21"/>
                <p:cNvPicPr>
                  <a:picLocks noChangeAspect="1"/>
                </p:cNvPicPr>
                <p:nvPr/>
              </p:nvPicPr>
              <p:blipFill>
                <a:blip r:embed="rId11" cstate="print"/>
                <a:stretch>
                  <a:fillRect/>
                </a:stretch>
              </p:blipFill>
              <p:spPr>
                <a:xfrm>
                  <a:off x="8293335" y="3990279"/>
                  <a:ext cx="1257569" cy="1257569"/>
                </a:xfrm>
                <a:prstGeom prst="rect">
                  <a:avLst/>
                </a:prstGeom>
              </p:spPr>
            </p:pic>
          </p:grpSp>
          <p:grpSp>
            <p:nvGrpSpPr>
              <p:cNvPr id="1008" name="그룹 1008"/>
              <p:cNvGrpSpPr/>
              <p:nvPr/>
            </p:nvGrpSpPr>
            <p:grpSpPr>
              <a:xfrm>
                <a:off x="3577930" y="4073775"/>
                <a:ext cx="1068765" cy="1068765"/>
                <a:chOff x="3577930" y="4073775"/>
                <a:chExt cx="1068765" cy="1068765"/>
              </a:xfrm>
            </p:grpSpPr>
            <p:pic>
              <p:nvPicPr>
                <p:cNvPr id="25" name="Object 24"/>
                <p:cNvPicPr>
                  <a:picLocks noChangeAspect="1"/>
                </p:cNvPicPr>
                <p:nvPr/>
              </p:nvPicPr>
              <p:blipFill>
                <a:blip r:embed="rId12" cstate="print"/>
                <a:stretch>
                  <a:fillRect/>
                </a:stretch>
              </p:blipFill>
              <p:spPr>
                <a:xfrm>
                  <a:off x="3577930" y="4073775"/>
                  <a:ext cx="1068765" cy="1068765"/>
                </a:xfrm>
                <a:prstGeom prst="rect">
                  <a:avLst/>
                </a:prstGeom>
              </p:spPr>
            </p:pic>
          </p:grpSp>
          <p:grpSp>
            <p:nvGrpSpPr>
              <p:cNvPr id="1009" name="그룹 1009"/>
              <p:cNvGrpSpPr/>
              <p:nvPr/>
            </p:nvGrpSpPr>
            <p:grpSpPr>
              <a:xfrm>
                <a:off x="13209730" y="4073775"/>
                <a:ext cx="1068765" cy="1068765"/>
                <a:chOff x="13209730" y="4073775"/>
                <a:chExt cx="1068765" cy="1068765"/>
              </a:xfrm>
            </p:grpSpPr>
            <p:pic>
              <p:nvPicPr>
                <p:cNvPr id="28" name="Object 27"/>
                <p:cNvPicPr>
                  <a:picLocks noChangeAspect="1"/>
                </p:cNvPicPr>
                <p:nvPr/>
              </p:nvPicPr>
              <p:blipFill>
                <a:blip r:embed="rId13" cstate="print"/>
                <a:stretch>
                  <a:fillRect/>
                </a:stretch>
              </p:blipFill>
              <p:spPr>
                <a:xfrm>
                  <a:off x="13209730" y="4073775"/>
                  <a:ext cx="1068765" cy="1068765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832221" y="6598292"/>
            <a:ext cx="3369739" cy="472186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844412" y="7203916"/>
            <a:ext cx="4298721" cy="1320549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6519900" y="6598290"/>
            <a:ext cx="3605996" cy="472186"/>
          </a:xfrm>
          <a:prstGeom prst="rect">
            <a:avLst/>
          </a:prstGeom>
        </p:spPr>
      </p:pic>
      <p:pic>
        <p:nvPicPr>
          <p:cNvPr id="35" name="Object 34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6532090" y="7203919"/>
            <a:ext cx="4211635" cy="13207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4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1709" y="715824"/>
            <a:ext cx="17342296" cy="9116617"/>
            <a:chOff x="471709" y="715824"/>
            <a:chExt cx="17342296" cy="911661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8100263" y="-3743309"/>
              <a:ext cx="34684592" cy="18233234"/>
            </a:xfrm>
            <a:prstGeom prst="rect">
              <a:avLst/>
            </a:prstGeom>
          </p:spPr>
        </p:pic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1709" y="715824"/>
              <a:ext cx="17342296" cy="911661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636262" y="-3397390"/>
            <a:ext cx="9013190" cy="16800634"/>
            <a:chOff x="4636262" y="-3397390"/>
            <a:chExt cx="9013190" cy="16800634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227718" y="-11699656"/>
              <a:ext cx="18026380" cy="33601267"/>
            </a:xfrm>
            <a:prstGeom prst="rect">
              <a:avLst/>
            </a:prstGeom>
          </p:spPr>
        </p:pic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5400000">
              <a:off x="4636262" y="-3397390"/>
              <a:ext cx="9013190" cy="16800634"/>
            </a:xfrm>
            <a:prstGeom prst="rect">
              <a:avLst/>
            </a:prstGeom>
          </p:spPr>
        </p:pic>
      </p:grpSp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63022" y="3014254"/>
            <a:ext cx="5060892" cy="1608911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7651476" y="1424532"/>
            <a:ext cx="1513878" cy="2172418"/>
            <a:chOff x="7651476" y="1424532"/>
            <a:chExt cx="1513878" cy="2172418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300000">
              <a:off x="7651476" y="1424532"/>
              <a:ext cx="1513878" cy="217241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3872977" y="1979105"/>
            <a:ext cx="1781413" cy="1727302"/>
            <a:chOff x="13872977" y="1979105"/>
            <a:chExt cx="1781413" cy="1727302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72977" y="1979105"/>
              <a:ext cx="1781413" cy="1727302"/>
            </a:xfrm>
            <a:prstGeom prst="rect">
              <a:avLst/>
            </a:prstGeom>
          </p:spPr>
        </p:pic>
      </p:grpSp>
      <p:pic>
        <p:nvPicPr>
          <p:cNvPr id="17" name="Object 1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914286" y="361880"/>
            <a:ext cx="21409524" cy="11428605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3037859" y="2510741"/>
            <a:ext cx="856144" cy="683860"/>
            <a:chOff x="3037859" y="2510741"/>
            <a:chExt cx="856144" cy="683860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37859" y="2510741"/>
              <a:ext cx="856144" cy="683860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931971" y="4697589"/>
            <a:ext cx="3067920" cy="4268398"/>
            <a:chOff x="1931971" y="4697589"/>
            <a:chExt cx="3067920" cy="4268398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31971" y="4697589"/>
              <a:ext cx="3067920" cy="42683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4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517248" y="-5166791"/>
            <a:ext cx="19937213" cy="20619296"/>
            <a:chOff x="-517248" y="-5166791"/>
            <a:chExt cx="19937213" cy="20619296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9962502" y="7696498"/>
              <a:ext cx="7115410" cy="8396604"/>
              <a:chOff x="9962502" y="7696498"/>
              <a:chExt cx="7115410" cy="8396604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 rot="-5400000">
                <a:off x="9962502" y="7696498"/>
                <a:ext cx="7115410" cy="8396604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-517248" y="2837872"/>
              <a:ext cx="7115410" cy="8396604"/>
              <a:chOff x="-517248" y="2837872"/>
              <a:chExt cx="7115410" cy="8396604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-517248" y="2837872"/>
                <a:ext cx="7115410" cy="8396604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12304555" y="377737"/>
              <a:ext cx="7115410" cy="8396604"/>
              <a:chOff x="12304555" y="377737"/>
              <a:chExt cx="7115410" cy="8396604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2304555" y="377737"/>
                <a:ext cx="7115410" cy="8396604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2027447" y="-5166791"/>
              <a:ext cx="7115410" cy="8396604"/>
              <a:chOff x="2027447" y="-5166791"/>
              <a:chExt cx="7115410" cy="8396604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027447" y="-5166791"/>
                <a:ext cx="7115410" cy="8396604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9716581" y="-4063303"/>
              <a:ext cx="7115410" cy="8396604"/>
              <a:chOff x="9716581" y="-4063303"/>
              <a:chExt cx="7115410" cy="8396604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10800000">
                <a:off x="9716581" y="-4063303"/>
                <a:ext cx="7115410" cy="8396604"/>
              </a:xfrm>
              <a:prstGeom prst="rect">
                <a:avLst/>
              </a:prstGeom>
            </p:spPr>
          </p:pic>
        </p:grpSp>
      </p:grpSp>
      <p:grpSp>
        <p:nvGrpSpPr>
          <p:cNvPr id="1007" name="그룹 1007"/>
          <p:cNvGrpSpPr/>
          <p:nvPr/>
        </p:nvGrpSpPr>
        <p:grpSpPr>
          <a:xfrm>
            <a:off x="233702" y="-681827"/>
            <a:ext cx="4188735" cy="5443731"/>
            <a:chOff x="233702" y="-681827"/>
            <a:chExt cx="4188735" cy="5443731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10800000">
              <a:off x="233702" y="-681827"/>
              <a:ext cx="4188735" cy="5443731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3994778" y="5772377"/>
            <a:ext cx="3685854" cy="5363734"/>
            <a:chOff x="13994778" y="5772377"/>
            <a:chExt cx="3685854" cy="5363734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994778" y="5772377"/>
              <a:ext cx="3685854" cy="5363734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7559340" y="2917952"/>
            <a:ext cx="114286" cy="114286"/>
            <a:chOff x="7559340" y="2917952"/>
            <a:chExt cx="114286" cy="114286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59340" y="2917952"/>
              <a:ext cx="114286" cy="114286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7180997" y="2920691"/>
            <a:ext cx="114286" cy="114286"/>
            <a:chOff x="7180997" y="2920691"/>
            <a:chExt cx="114286" cy="114286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80997" y="2920691"/>
              <a:ext cx="114286" cy="114286"/>
            </a:xfrm>
            <a:prstGeom prst="rect">
              <a:avLst/>
            </a:prstGeom>
          </p:spPr>
        </p:pic>
      </p:grpSp>
      <p:pic>
        <p:nvPicPr>
          <p:cNvPr id="31" name="Object 30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348964" y="2933192"/>
            <a:ext cx="9170743" cy="1105886"/>
          </a:xfrm>
          <a:prstGeom prst="rect">
            <a:avLst/>
          </a:prstGeom>
        </p:spPr>
      </p:pic>
      <p:pic>
        <p:nvPicPr>
          <p:cNvPr id="32" name="Object 31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2585086" y="3796740"/>
            <a:ext cx="10536069" cy="2149497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7300617" y="6731489"/>
            <a:ext cx="3848450" cy="28298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officegen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officegen</dc:creator>
  <cp:lastModifiedBy>officegen</cp:lastModifiedBy>
  <cp:revision>1</cp:revision>
  <dcterms:created xsi:type="dcterms:W3CDTF">2023-05-24T00:02:41Z</dcterms:created>
  <dcterms:modified xsi:type="dcterms:W3CDTF">2023-05-24T00:02:41Z</dcterms:modified>
</cp:coreProperties>
</file>